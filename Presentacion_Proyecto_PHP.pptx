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6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PROYECTO DE 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EF5F1"/>
                </a:solidFill>
                <a:latin typeface="Calibri"/>
              </a:rPr>
              <a:t>Sistema de registro de calificaciones,
promedios y reportes estadísticos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Caso práctico · Variables, constantes, operadores, condiciones y arreglos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EF5F1"/>
                </a:solidFill>
                <a:latin typeface="Calibri"/>
              </a:rPr>
              <a:t>Presentación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Planteamiento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Institución educativa · Grupo escolar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A22"/>
                </a:solidFill>
                <a:latin typeface="Calibri"/>
              </a:rPr>
              <a:t>•  Registrar las calificaciones de los alumnos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A22"/>
                </a:solidFill>
                <a:latin typeface="Calibri"/>
              </a:rPr>
              <a:t>•  Calcular promedios automáticamente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A22"/>
                </a:solidFill>
                <a:latin typeface="Calibri"/>
              </a:rPr>
              <a:t>•  Generar reportes estadísticos para apoyar decisiones académicas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A22"/>
                </a:solidFill>
                <a:latin typeface="Calibri"/>
              </a:rPr>
              <a:t>•  Administrar la información de un grupo escolar con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07899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109728" cy="21945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526280"/>
            <a:ext cx="103327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Desarrollar un sistema en PHP que permita registrar, procesar y analizar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la información académica de un grupo escolar mediante el uso 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variables, constantes, operadores, estructuras de decisión y arreglos.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Funcionamiento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Flujo del programa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A22"/>
                </a:solidFill>
                <a:latin typeface="Calibri"/>
              </a:rPr>
              <a:t>Registro del alumno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7167"/>
                </a:solidFill>
                <a:latin typeface="Calibri"/>
              </a:rPr>
              <a:t>Captura: Nombre, Edad y Grupo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A22"/>
                </a:solidFill>
                <a:latin typeface="Calibri"/>
              </a:rPr>
              <a:t>Registro de materias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7167"/>
                </a:solidFill>
                <a:latin typeface="Calibri"/>
              </a:rPr>
              <a:t>Matemáticas, Física, Programación, Inglés, Base de Datos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A22"/>
                </a:solidFill>
                <a:latin typeface="Calibri"/>
              </a:rPr>
              <a:t>Captura de calificaciones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0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7167"/>
                </a:solidFill>
                <a:latin typeface="Calibri"/>
              </a:rPr>
              <a:t>Se guardan dentro de un arreglo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60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A22"/>
                </a:solidFill>
                <a:latin typeface="Calibri"/>
              </a:rPr>
              <a:t>Cálculo y resultados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805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7167"/>
                </a:solidFill>
                <a:latin typeface="Calibri"/>
              </a:rPr>
              <a:t>Promedio, estatus y ¿tiene beca?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937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A22"/>
                </a:solidFill>
                <a:latin typeface="Calibri"/>
              </a:rPr>
              <a:t>Reporte del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7167"/>
                </a:solidFill>
                <a:latin typeface="Calibri"/>
              </a:rPr>
              <a:t>Estadísticas para toma de decisiones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Archivos del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09728" cy="201168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funciones.php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Lógica principal del sistema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Constantes, variables y arreglos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Cálculo de promedio y estatus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Reporte estadístico del grupo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109728" cy="2011680"/>
          </a:xfrm>
          <a:prstGeom prst="rect">
            <a:avLst/>
          </a:prstGeom>
          <a:solidFill>
            <a:srgbClr val="9A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A7B1A"/>
                </a:solidFill>
                <a:latin typeface="Calibri"/>
              </a:rPr>
              <a:t>index.php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9659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Formulario de registro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Captura de calificaciones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Muestra resultados del alumno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Tabla y estadísticas del grupo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109728" cy="2011680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B8A"/>
                </a:solidFill>
                <a:latin typeface="Calibri"/>
              </a:rPr>
              <a:t>pruebas.php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Cinco pruebas obligatorias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Ana, Juan, Luis, Pedro, María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Compara resultado esperado vs sistema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109728" cy="2011680"/>
          </a:xfrm>
          <a:prstGeom prst="rect">
            <a:avLst/>
          </a:prstGeom>
          <a:solidFill>
            <a:srgbClr val="6B4E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4E71"/>
                </a:solidFill>
                <a:latin typeface="Calibri"/>
              </a:rPr>
              <a:t>Cómo ejecutarlo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2519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cd proyecto-php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php -S localhost:8000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Abrir: http://localhost:8000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Variables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Mínimo 10 (requisito del PDF)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09728" cy="4572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Variables (parte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$nombreAlumno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$edadAlumno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$grupoAlumno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$sumaCalificaciones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$promedio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$estatus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$tieneBeca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109728" cy="4572000"/>
          </a:xfrm>
          <a:prstGeom prst="rect">
            <a:avLst/>
          </a:prstGeom>
          <a:solidFill>
            <a:srgbClr val="9A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A7B1A"/>
                </a:solidFill>
                <a:latin typeface="Calibri"/>
              </a:rPr>
              <a:t>Variables (parte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9659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$mensajeBeca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$numeroMaterias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$calificacionMinima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$calificacionMaxima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$datosValidos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$mensajeError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$resultadoTabla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Constantes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Valores fijos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PROMEDIO_APROBADO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108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Valor: 70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Si el promedio 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mayor o igual a 70,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el alumno aprueba.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109728" cy="3200400"/>
          </a:xfrm>
          <a:prstGeom prst="rect">
            <a:avLst/>
          </a:prstGeom>
          <a:solidFill>
            <a:srgbClr val="9A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A7B1A"/>
                </a:solidFill>
                <a:latin typeface="Calibri"/>
              </a:rPr>
              <a:t>PROMEDIO_BECA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108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Valor: 90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Si el promedio 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mayor o igual a 90,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el alumno obtiene beca.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109728" cy="3200400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B8A"/>
                </a:solidFill>
                <a:latin typeface="Calibri"/>
              </a:rPr>
              <a:t>TOTAL_MATERIAS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40280"/>
            <a:ext cx="3108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Valor: 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Cantidad de materias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del grupo escolar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para el promedio.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 Operadores utilizados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Mínimo 3 tipos (requisito del PDF)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" cy="438912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Aritméticos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2004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+   suma calificaciones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/   calcula el promedio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*   porcentajes del reporte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Ejemplo: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$promedio = $suma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63040"/>
            <a:ext cx="109728" cy="4389120"/>
          </a:xfrm>
          <a:prstGeom prst="rect">
            <a:avLst/>
          </a:prstGeom>
          <a:solidFill>
            <a:srgbClr val="9A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A7B1A"/>
                </a:solidFill>
                <a:latin typeface="Calibri"/>
              </a:rPr>
              <a:t>Comparación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057400"/>
            <a:ext cx="32004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&gt;=   beca / aprobado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&lt;    reprobado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!=   cantidad de notas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&gt;    validar edad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Ejemplo: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$promedio &gt;= 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33832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109728" cy="4389120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B8A"/>
                </a:solidFill>
                <a:latin typeface="Calibri"/>
              </a:rPr>
              <a:t>Lógicos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05740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&amp;&amp;   AND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||   OR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Ejemplo: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promedio &gt;= 70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&amp;&amp; promedio &lt; 90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cal &lt; 0 || cal &gt;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Arreglos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Almacenamiento de información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" cy="4572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Arreglo 1: $materias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50292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"Matemáticas"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"Física"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"Programación"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"Inglés"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"Base de Datos"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Guarda el nombre de cada materia.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109728" cy="4572000"/>
          </a:xfrm>
          <a:prstGeom prst="rect">
            <a:avLst/>
          </a:prstGeom>
          <a:solidFill>
            <a:srgbClr val="9A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A7B1A"/>
                </a:solidFill>
                <a:latin typeface="Calibri"/>
              </a:rPr>
              <a:t>Arreglo 2: $calificaciones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Ejemplo Ana: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96, 94, 95, 97, 93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Cada posición corresponde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a una materia del arreglo 1.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Se usa para sumar y sacar promedio.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Condiciones (mínimo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Estructuras de decisión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09728" cy="475488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Reglas de estatus y beca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1) Si promedio &gt;= 90  →  Estatus: Aprobado  |  Resultado: Beca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2) Si promedio &gt;= 70 y promedio &lt; 90  →  Estatus: Aprobado  |  Resultado: Aprobado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3) Si promedio &lt; 70  →  Estatus: Reprobado  |  Resultado: Reprobado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2A22"/>
                </a:solidFill>
                <a:latin typeface="Calibri"/>
              </a:rPr>
              <a:t>También se validan: cantidad de calificaciones, rango 0–100 y edad.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9. Resultados — 5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Tabla del PDF · Verificadas por el sistema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828800"/>
          <a:ext cx="9326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Alumno</a:t>
                      </a:r>
                    </a:p>
                  </a:txBody>
                  <a:tcPr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Promedio</a:t>
                      </a:r>
                    </a:p>
                  </a:txBody>
                  <a:tcPr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1F7A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Beca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Juan</a:t>
                      </a:r>
                    </a:p>
                  </a:txBody>
                  <a:tcPr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Reprobado</a:t>
                      </a:r>
                    </a:p>
                  </a:txBody>
                  <a:tcPr>
                    <a:solidFill>
                      <a:srgbClr val="EE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Luis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Pedro</a:t>
                      </a:r>
                    </a:p>
                  </a:txBody>
                  <a:tcPr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Beca</a:t>
                      </a:r>
                    </a:p>
                  </a:txBody>
                  <a:tcPr>
                    <a:solidFill>
                      <a:srgbClr val="EE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María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A22"/>
                          </a:solidFill>
                          <a:latin typeface="Calibri"/>
                        </a:rPr>
                        <a:t>Aprobado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D7167"/>
                </a:solidFill>
                <a:latin typeface="Calibri"/>
              </a:rPr>
              <a:t>Reporte del grupo: 5 alumnos · Promedio grupal 82 · 4 aprobados · 2 con beca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10. Qué imprime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7167"/>
                </a:solidFill>
                <a:latin typeface="Calibri"/>
              </a:rPr>
              <a:t>Mostrar resultados (requisito del PDF)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A2A22"/>
                </a:solidFill>
                <a:latin typeface="Calibri"/>
              </a:rPr>
              <a:t>•  Nombre del alumno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A2A22"/>
                </a:solidFill>
                <a:latin typeface="Calibri"/>
              </a:rPr>
              <a:t>•  Materias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A2A22"/>
                </a:solidFill>
                <a:latin typeface="Calibri"/>
              </a:rPr>
              <a:t>•  Calificaciones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A2A22"/>
                </a:solidFill>
                <a:latin typeface="Calibri"/>
              </a:rPr>
              <a:t>•  Promedio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A2A22"/>
                </a:solidFill>
                <a:latin typeface="Calibri"/>
              </a:rPr>
              <a:t>•  Estatus (Aprobado / Reprobado)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A2A22"/>
                </a:solidFill>
                <a:latin typeface="Calibri"/>
              </a:rPr>
              <a:t>•  ¿Tiene beca? (Sí / No)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F5F1"/>
                </a:solidFill>
                <a:latin typeface="Calibri"/>
              </a:rPr>
              <a:t>Proyecto de PHP · Sistema de calificaciones
Variables · Constantes · Operadores · Condiciones · Arreglos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Ejecutar: php -S localhost:8000  → 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