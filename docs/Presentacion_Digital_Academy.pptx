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502920"/>
            <a:ext cx="4389120" cy="5852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DIGITAL</a:t>
            </a:r>
            <a:br/>
            <a:r>
              <a:t>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3C5FD"/>
                </a:solidFill>
              </a:defRPr>
            </a:pPr>
            <a:r>
              <a:t>Aprende. Crece. Transforma tu futuro.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Plataforma EdTech con IA · Cursos SEP · Certificados · Exposición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89120"/>
            <a:ext cx="11430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44398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25 CURSOS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389120"/>
            <a:ext cx="1143000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4398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IA 24/7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389120"/>
            <a:ext cx="1143000" cy="38404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444398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100% WEB</a:t>
            </a:r>
          </a:p>
        </p:txBody>
      </p:sp>
      <p:pic>
        <p:nvPicPr>
          <p:cNvPr id="13" name="Picture 1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594360"/>
            <a:ext cx="3886200" cy="2720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El reto educativo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Por qué necesitamos Digital Academy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Contenidos escolares dispersos en internet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Poca alineación con el plan de estudios SEP México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Sin apoyo inmediato fuera del salón de clases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Estudio en línea aburrido → baja motivación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Brecha digital en uso de tecnología</a:t>
            </a:r>
          </a:p>
        </p:txBody>
      </p:sp>
      <p:pic>
        <p:nvPicPr>
          <p:cNvPr id="8" name="Picture 7" descr="ab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417320"/>
            <a:ext cx="3337560" cy="36156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Nuestra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Todo en una sola plataforma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4206240" cy="5029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Primaria · Secundaria · Preparatoria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+ Capacitación tecnológica desde cero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25 cursos · 12 lecciones · 3 exámenes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Certificados digitales verificables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Acceso desde cualquier navegador</a:t>
            </a:r>
          </a:p>
        </p:txBody>
      </p:sp>
      <p:pic>
        <p:nvPicPr>
          <p:cNvPr id="8" name="Picture 7" descr="matematicas-diverti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1508760" cy="848678"/>
          </a:xfrm>
          <a:prstGeom prst="rect">
            <a:avLst/>
          </a:prstGeom>
        </p:spPr>
      </p:pic>
      <p:pic>
        <p:nvPicPr>
          <p:cNvPr id="9" name="Picture 8" descr="matematicas-preparator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1508760" cy="848678"/>
          </a:xfrm>
          <a:prstGeom prst="rect">
            <a:avLst/>
          </a:prstGeom>
        </p:spPr>
      </p:pic>
      <p:pic>
        <p:nvPicPr>
          <p:cNvPr id="10" name="Picture 9" descr="introduccion-program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566160"/>
            <a:ext cx="1508760" cy="848678"/>
          </a:xfrm>
          <a:prstGeom prst="rect">
            <a:avLst/>
          </a:prstGeom>
        </p:spPr>
      </p:pic>
      <p:pic>
        <p:nvPicPr>
          <p:cNvPr id="11" name="Picture 10" descr="fundamentos-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566160"/>
            <a:ext cx="1508760" cy="8486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Funciones principales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Módulos integrados en la plataforma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📚  Cursos modulares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Progreso secuencial</a:t>
            </a:r>
            <a:br/>
            <a:r>
              <a:t>Exámenes por módulo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566160"/>
            <a:ext cx="26974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41732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🤖  Chat con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031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Tutor virtual 24/7</a:t>
            </a:r>
            <a:br/>
            <a:r>
              <a:t>OpenAI + modo local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566160"/>
            <a:ext cx="26974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👨‍🏫  Asesorías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Maestros aprobados</a:t>
            </a:r>
            <a:br/>
            <a:r>
              <a:t>Agenda en línea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566160"/>
            <a:ext cx="269748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402336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🐾  Mascota virtual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Gamificación</a:t>
            </a:r>
            <a:br/>
            <a:r>
              <a:t>Búho · Lobo · Dino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17220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91840" y="402336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🎓  Certificados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7091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Al completar curso</a:t>
            </a:r>
            <a:br/>
            <a:r>
              <a:t>ID verificable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6172200"/>
            <a:ext cx="26974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402336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7091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Gráficas de avance</a:t>
            </a:r>
            <a:br/>
            <a:r>
              <a:t>Logros y stats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6172200"/>
            <a:ext cx="269748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Flujo de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Simple de explicar, fácil de usar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43200"/>
            <a:ext cx="16002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Registro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4290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Elige tu nivel escolar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38528" y="2057400"/>
            <a:ext cx="320040" cy="228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87751" y="1828800"/>
            <a:ext cx="685800" cy="685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1" y="193852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1" y="2743200"/>
            <a:ext cx="16002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59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Inscripción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59" y="34290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Selecciona un curso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657599" y="2057400"/>
            <a:ext cx="320040" cy="228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06824" y="1828800"/>
            <a:ext cx="685800" cy="685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193852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03904" y="2743200"/>
            <a:ext cx="16002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2" y="34290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3 lecciones + examen por módulo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76672" y="2057400"/>
            <a:ext cx="320040" cy="228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25896" y="1828800"/>
            <a:ext cx="685800" cy="685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5896" y="193852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22976" y="2743200"/>
            <a:ext cx="16002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32704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2704" y="34290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Mínimo 8/10 para avanzar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095744" y="2057400"/>
            <a:ext cx="320040" cy="228600"/>
          </a:xfrm>
          <a:prstGeom prst="right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44968" y="1828800"/>
            <a:ext cx="685800" cy="685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193852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42048" y="2743200"/>
            <a:ext cx="1600200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1776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Certificado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6" y="34290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Al completar los 3 módulos</a:t>
            </a:r>
          </a:p>
        </p:txBody>
      </p:sp>
      <p:pic>
        <p:nvPicPr>
          <p:cNvPr id="35" name="Picture 34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92040"/>
            <a:ext cx="8412480" cy="5888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Asistente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Tu tutor disponible 24/7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4572000" cy="5029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Widget flotante en toda la plataforma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Responde dudas de matemáticas, ciencias, tecnología…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Contexto de la lección que estás estudiando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OpenAI GPT-4o-mini (opcional)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Modo local sin API como respaldo</a:t>
            </a:r>
          </a:p>
        </p:txBody>
      </p:sp>
      <p:pic>
        <p:nvPicPr>
          <p:cNvPr id="8" name="Picture 7" descr="ai-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325880"/>
            <a:ext cx="3520440" cy="2640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Gamificación — Mascotas virtuales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Aprender también puede ser divertido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6060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2444855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4348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Búho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983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Animaciones · Interactiva · Se desbloquea con 10/10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6060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o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691640"/>
            <a:ext cx="1785223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0440" y="44348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Lobo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983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Animaciones · Interactiva · Se desbloquea con 10/10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260604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nosau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691640"/>
            <a:ext cx="2651327" cy="2560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55080" y="443484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98348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Animaciones · Interactiva · Se desbloquea con 10/10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Stack tecnológico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Arquitectura moderna y escalable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HTML5 · CSS3 · 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Interfaz responsive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1732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Node.js ·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517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API REST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Base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19 tablas relacionales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02336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Seguridad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JWT · bcrypt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578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Roles y sesiones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402336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206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Visualización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617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Chart.js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2578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Gráficas de progreso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023360"/>
            <a:ext cx="2697480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062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177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OpenAI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2578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Chat contextual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Roles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Tres tipos de usuario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6974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6974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👤 Estudiante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Cursos y exámenes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Chat IA y mascota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Certificados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Asesorías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17320"/>
            <a:ext cx="26974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69748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👨‍🏫 Maestro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Registro + aprobación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Panel de sesiones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Datos del alumno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Notificaciones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26974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269748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🔐 Administrador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23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Aprobar maestros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Confirmar asesorías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Estadísticas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• Control total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Resultados en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Impacto del proyecto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269748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</a:defRPr>
            </a:pPr>
            <a:r>
              <a:t>Cursos activos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69748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</a:defRPr>
            </a:pPr>
            <a: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</a:defRPr>
            </a:pPr>
            <a:r>
              <a:t>Lecciones totales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269748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</a:defRPr>
            </a:pPr>
            <a:r>
              <a:t>30+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346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</a:defRPr>
            </a:pPr>
            <a:r>
              <a:t>Endpoints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023360"/>
            <a:ext cx="269748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</a:defRPr>
            </a:pPr>
            <a: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</a:defRPr>
            </a:pPr>
            <a:r>
              <a:t>Tablas en BD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023360"/>
            <a:ext cx="269748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3434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349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</a:defRPr>
            </a:pPr>
            <a:r>
              <a:t>Roles de usuario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2697480" cy="2148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3434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D3EE"/>
                </a:solidFill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3492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</a:defRPr>
            </a:pPr>
            <a:r>
              <a:t>Funcional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Prueba la plataforma ahora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029200" cy="5029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🌐  http://localhost:3001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👤 Estudiante: demo@digitalacademy.com / demo1234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🔐 Admin: admin@gmail.com / 1234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</a:defRPr>
            </a:pPr>
            <a:r>
              <a:t>Mostrar: Catálogo → Curso → Examen → Chat IA → Mascota</a:t>
            </a:r>
          </a:p>
        </p:txBody>
      </p:sp>
      <p:pic>
        <p:nvPicPr>
          <p:cNvPr id="8" name="Picture 7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417320"/>
            <a:ext cx="3063240" cy="21442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97280" y="1645920"/>
            <a:ext cx="6949440" cy="3566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¡Gracias!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C5FD"/>
                </a:solidFill>
              </a:defRPr>
            </a:pPr>
            <a:r>
              <a:t>Digital Academy — Educación + Tecnología +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¿Preguntas?</a:t>
            </a:r>
          </a:p>
        </p:txBody>
      </p:sp>
      <p:pic>
        <p:nvPicPr>
          <p:cNvPr id="7" name="Picture 6" descr="o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5029200"/>
            <a:ext cx="960479" cy="1005840"/>
          </a:xfrm>
          <a:prstGeom prst="rect">
            <a:avLst/>
          </a:prstGeom>
        </p:spPr>
      </p:pic>
      <p:pic>
        <p:nvPicPr>
          <p:cNvPr id="8" name="Picture 7" descr="wo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5029200"/>
            <a:ext cx="701338" cy="1005840"/>
          </a:xfrm>
          <a:prstGeom prst="rect">
            <a:avLst/>
          </a:prstGeom>
        </p:spPr>
      </p:pic>
      <p:pic>
        <p:nvPicPr>
          <p:cNvPr id="9" name="Picture 8" descr="dinosau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5029200"/>
            <a:ext cx="1041593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