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371600" y="1463040"/>
            <a:ext cx="9418320" cy="3840480"/>
          </a:xfrm>
          <a:prstGeom prst="roundRect">
            <a:avLst/>
          </a:prstGeom>
          <a:solidFill>
            <a:srgbClr val="001822"/>
          </a:solidFill>
          <a:ln w="254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8869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FFFF"/>
                </a:solidFill>
                <a:latin typeface="Consolas"/>
              </a:rPr>
              <a:t>ESCAPE DEL HACKER 2.0</a:t>
            </a:r>
          </a:p>
          <a:p>
            <a:pPr algn="ctr"/>
            <a:r>
              <a:rPr sz="2000" b="0">
                <a:solidFill>
                  <a:srgbClr val="EEEEEE"/>
                </a:solidFill>
                <a:latin typeface="Consolas"/>
              </a:rPr>
              <a:t>Juego web de infiltración y ciberseguridad</a:t>
            </a:r>
          </a:p>
          <a:p>
            <a:pPr algn="ctr"/>
            <a:r>
              <a:rPr sz="1400" b="0">
                <a:solidFill>
                  <a:srgbClr val="FFDD66"/>
                </a:solidFill>
                <a:latin typeface="Consolas"/>
              </a:rPr>
              <a:t>Universidad Azteca · Ingeniería en Sistemas Computacionales</a:t>
            </a:r>
          </a:p>
          <a:p>
            <a:pPr algn="ctr"/>
            <a:r>
              <a:rPr sz="1400" b="0">
                <a:solidFill>
                  <a:srgbClr val="99AABB"/>
                </a:solidFill>
                <a:latin typeface="Consolas"/>
              </a:rPr>
              <a:t>Interfaz Gráfica · Demostración del proyecto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FFFF"/>
                </a:solidFill>
                <a:latin typeface="Consolas"/>
              </a:rPr>
              <a:t>&gt;&gt; 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01  Problema y objetivo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02  ¿Qué es Escape del Hacker?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03  Interfaz y experiencia de usuario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04  Funcionalidades del sistema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05  Arquitectura y escalabilidad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06  Tecnologías y despliegue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07  Demostración en vivo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08  Beneficios y conclusiones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3093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9AABB"/>
                </a:solidFill>
                <a:latin typeface="Consolas"/>
              </a:rPr>
              <a:t>ESCAPE DEL HACKER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FFFF"/>
                </a:solidFill>
                <a:latin typeface="Consolas"/>
              </a:rPr>
              <a:t>&gt;&gt; PROBLEMA Y OBJETIVO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Problema: conceptos de malware suelen verse solo en teoría.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Objetivo: crear una interfaz jugable que ensene ciberseguridad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de forma visual, atractiva y accesible en cualquier dispositivo.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/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Meta de la rúbrica: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• UI/UX atractiva y multiplataforma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• Funciones clave operando (cuenta, juego, progreso)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• Software escalable y documentado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3093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9AABB"/>
                </a:solidFill>
                <a:latin typeface="Consolas"/>
              </a:rPr>
              <a:t>ESCAPE DEL HACKER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FFFF"/>
                </a:solidFill>
                <a:latin typeface="Consolas"/>
              </a:rPr>
              <a:t>&gt;&gt; ¿QUÉ ES EL JUEGO?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FFDD66"/>
                </a:solidFill>
                <a:latin typeface="Consolas"/>
              </a:rPr>
              <a:t>Concepto: infiltración + aprendizaje lúdico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El jugador es teletransportado a un sistema hackeado.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Debe escapar antes de que el hacker lo encuentre.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/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• 10 niveles · 1 malware por nivel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• Recoger llaves · evitar enemigos · llegar a la puerta EXIT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• Personajes con habilidades (escudo, sigilo, ralentizar...)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• Jefes en niveles avanzados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• Cuenta con usuario y contraseña para continuar en otro dispositivo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0" y="63093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9AABB"/>
                </a:solidFill>
                <a:latin typeface="Consolas"/>
              </a:rPr>
              <a:t>ESCAPE DEL HACKER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FFFF"/>
                </a:solidFill>
                <a:latin typeface="Consolas"/>
              </a:rPr>
              <a:t>&gt;&gt; INTERFAZ GRÁFICA (UI/UX)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Diseño oscuro con neón cian/rosa (estética hacker).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Navegación fluida: Login → Menú → Personaje → Intro → Juego.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/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PC: teclado (flechas/WASD + E habilidad + Espacio ataque).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Móvil/tablet: D-pad táctil + botón de habilidad.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/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Accesible en cualquier dispositivo mediante enlace Netlify.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PWA: se puede agregar a pantalla de inicio como app.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3093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9AABB"/>
                </a:solidFill>
                <a:latin typeface="Consolas"/>
              </a:rPr>
              <a:t>ESCAPE DEL HACKER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FFFF"/>
                </a:solidFill>
                <a:latin typeface="Consolas"/>
              </a:rPr>
              <a:t>&gt;&gt; FUNCIONALIDADES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1. Registro e inicio de sesión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2. Selección de personaje y habilidades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3. Gameplay completo (niveles, llaves, enemigos, jefes)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4. Guardado de récord y nivel máximo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5. Sincronización por API (misma cuenta en varios dispositivos)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6. Publicación web (Netlify) + servidor (Render)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/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Equivalente en la rúbrica a “funciones principales operando correctamente”.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3093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9AABB"/>
                </a:solidFill>
                <a:latin typeface="Consolas"/>
              </a:rPr>
              <a:t>ESCAPE DEL HACKER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FFFF"/>
                </a:solidFill>
                <a:latin typeface="Consolas"/>
              </a:rPr>
              <a:t>&gt;&gt; ARQUITECTURA ESCALABLE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Cliente (HTML/JS/Canvas)  →  API Express (/api/escape)  →  SQLite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/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Módulos separados: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• Frontend del juego (escape-public)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• Backend de cuentas (server/routes/escape.js)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• Datos configurables: niveles[], personajes[], temas{}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/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Para crecer: agregar nivel/personaje/ruta API sin rehacer el núcleo.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Ejemplos futuros: ranking global, tienda de skins, más jefes.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3093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9AABB"/>
                </a:solidFill>
                <a:latin typeface="Consolas"/>
              </a:rPr>
              <a:t>ESCAPE DEL HACKER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FFFF"/>
                </a:solidFill>
                <a:latin typeface="Consolas"/>
              </a:rPr>
              <a:t>&gt;&gt; TECNOLOGÍAS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Frontend: HTML5 · CSS3 · JavaScript · Canvas 2D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Backend: Node.js · Express · SQLite · bcrypt · JWT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Deploy: GitHub · Netlify (juego) · Render (API)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/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Seguridad básica de cuentas: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• Contraseñas hasheadas (bcrypt)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• Sesión con token JWT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3093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9AABB"/>
                </a:solidFill>
                <a:latin typeface="Consolas"/>
              </a:rPr>
              <a:t>ESCAPE DEL HACKER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FFFF"/>
                </a:solidFill>
                <a:latin typeface="Consolas"/>
              </a:rPr>
              <a:t>&gt;&gt; DESPLIEGUE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1. Código en GitHub (Escape-Del-Hacker)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2. Frontend en Netlify → enlace público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3. API en Render → https://escape-del-hacker.onrender.com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4. Conexión: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   sitio.netlify.app/?api=https://escape-del-hacker.onrender.com/api/escape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/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Resultado: jugar desde PC, celular o tablet con la misma cuenta.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3093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9AABB"/>
                </a:solidFill>
                <a:latin typeface="Consolas"/>
              </a:rPr>
              <a:t>ESCAPE DEL HACKER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FFFF"/>
                </a:solidFill>
                <a:latin typeface="Consolas"/>
              </a:rPr>
              <a:t>&gt;&gt; DEMOSTRACIÓN EN VIVO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1. Abrir el link de Netlify (con API)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2. Registrar / Entrar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3. Elegir personaje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4. Completar o avanzar un nivel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5. Mostrar controles en celular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6. (Opcional) Entrar con la misma cuenta en otro dispositivo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/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Enfoque: beneficios reales para el usuario final.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3093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9AABB"/>
                </a:solidFill>
                <a:latin typeface="Consolas"/>
              </a:rPr>
              <a:t>ESCAPE DEL HACKER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FFFF"/>
                </a:solidFill>
                <a:latin typeface="Consolas"/>
              </a:rPr>
              <a:t>&gt;&gt; BENEFICIOS PARA EL USUARIO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• Aprende malware jugando, no solo leyendo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• No necesita instalar un motor pesado: abre el navegador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• Continúa su progreso en otro aparato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• Experiencia visual atractiva y motivadora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• Disponible en la nube (compartible por link)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3093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9AABB"/>
                </a:solidFill>
                <a:latin typeface="Consolas"/>
              </a:rPr>
              <a:t>ESCAPE DEL HACKER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FFFF"/>
                </a:solidFill>
                <a:latin typeface="Consolas"/>
              </a:rPr>
              <a:t>&gt;&gt; CONCLUSIÓN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Se entregó una interfaz gráfica completa, jugable y publicada.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Cumple UI/UX multiplataforma, funcionalidad, escalabilidad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y documentación técnica para la exposición.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/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ESCAPE DEL HACKER 2.0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Infiltración · Aprendizaje · Escapatoria</a:t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/>
            </a:r>
          </a:p>
          <a:p>
            <a:pPr>
              <a:spcAft>
                <a:spcPts val="1000"/>
              </a:spcAft>
            </a:pPr>
            <a:r>
              <a:rPr sz="2000" b="0">
                <a:solidFill>
                  <a:srgbClr val="EEEEEE"/>
                </a:solidFill>
                <a:latin typeface="Consolas"/>
              </a:rPr>
              <a:t>¿Preguntas?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630936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99AABB"/>
                </a:solidFill>
                <a:latin typeface="Consolas"/>
              </a:rPr>
              <a:t>ESCAPE DEL HACKER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